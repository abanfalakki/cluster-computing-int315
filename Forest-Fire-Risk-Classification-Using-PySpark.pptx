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792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Forest Fire Risk Classification Using PySpark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910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 Presentation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528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Name: ABAN FALAKKI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843558"/>
            <a:ext cx="5596652" cy="699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46165" y="1843683"/>
            <a:ext cx="7651671" cy="1934408"/>
          </a:xfrm>
          <a:prstGeom prst="roundRect">
            <a:avLst>
              <a:gd name="adj" fmla="val 56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3305" y="1843683"/>
            <a:ext cx="91440" cy="1934408"/>
          </a:xfrm>
          <a:prstGeom prst="roundRect">
            <a:avLst>
              <a:gd name="adj" fmla="val 97929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1050727" y="2079665"/>
            <a:ext cx="2893219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Are Forest Fires?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0727" y="2549485"/>
            <a:ext cx="7111127" cy="99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fires in forested areas caused by natural factors (lightning, drought) or human activity — among the most destructive environmental disasters globally.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6165" y="3978473"/>
            <a:ext cx="7651671" cy="1603534"/>
          </a:xfrm>
          <a:prstGeom prst="roundRect">
            <a:avLst>
              <a:gd name="adj" fmla="val 68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3305" y="3978473"/>
            <a:ext cx="91440" cy="1603534"/>
          </a:xfrm>
          <a:prstGeom prst="roundRect">
            <a:avLst>
              <a:gd name="adj" fmla="val 97929"/>
            </a:avLst>
          </a:prstGeom>
          <a:solidFill>
            <a:srgbClr val="007EBD"/>
          </a:solidFill>
          <a:ln/>
        </p:spPr>
      </p:sp>
      <p:sp>
        <p:nvSpPr>
          <p:cNvPr id="10" name="Text 7"/>
          <p:cNvSpPr/>
          <p:nvPr/>
        </p:nvSpPr>
        <p:spPr>
          <a:xfrm>
            <a:off x="1050727" y="4214455"/>
            <a:ext cx="3061097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Prediction Matters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0727" y="4684276"/>
            <a:ext cx="71111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enables proactive resource deployment, evacuation planning, and damage mitigation before fires escalate.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6165" y="5782389"/>
            <a:ext cx="7651671" cy="1603534"/>
          </a:xfrm>
          <a:prstGeom prst="roundRect">
            <a:avLst>
              <a:gd name="adj" fmla="val 684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3305" y="5782389"/>
            <a:ext cx="91440" cy="1603534"/>
          </a:xfrm>
          <a:prstGeom prst="roundRect">
            <a:avLst>
              <a:gd name="adj" fmla="val 97929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0727" y="6018371"/>
            <a:ext cx="4022407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Environmental &amp; Social Impact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0727" y="6488192"/>
            <a:ext cx="711112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Destroys ecosystems, displaces wildlife, degrades air quality, and threatens human settlements and livelihoods.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0062" y="1055965"/>
            <a:ext cx="6604992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 &amp; Objectives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062" y="2245400"/>
            <a:ext cx="7479387" cy="4487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1645" y="1932265"/>
            <a:ext cx="2231231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351645" y="2338507"/>
            <a:ext cx="3836075" cy="1427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forest fires cause irreversible ecological and economic damage. Traditional detection methods are reactive — fires are identified only after they spread. There is a critical need for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data-driven, early prediction systems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machine learning.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351645" y="3993947"/>
            <a:ext cx="3836075" cy="2881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351645" y="4165878"/>
            <a:ext cx="2231231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351645" y="4572119"/>
            <a:ext cx="3836075" cy="255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forest fire occurrence using historical data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PySpark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scalable data processing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binary classification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model performance with accuracy and F1 score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predicted fire risk zones on a coordinate map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500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Used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152888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data processing, model development, and visualization pipelines.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15288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PySpark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Spark's Python API for distributed, large-scale data processing at speed.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15288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Spark MLlib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machine learning library providing Random Forest and feature transformers.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4049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6776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Matplotlib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93790" y="618577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library used to plot fire risk zones and model performance metrics.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4049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6776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Random Forest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5235893" y="618577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classifier chosen for robustness, interpretability, and resistance to overfitting.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915" y="511493"/>
            <a:ext cx="4780717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Description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031915" y="2128599"/>
            <a:ext cx="239029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Forest Fires Dataset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031915" y="2573655"/>
            <a:ext cx="6060996" cy="78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benchmark UCI dataset from northeast Portugal containing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517 instances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meteorological and spatial features. Each record represents a forest location monitored over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1915" y="3617049"/>
            <a:ext cx="6060996" cy="3036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31915" y="3811786"/>
            <a:ext cx="239029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31915" y="4256842"/>
            <a:ext cx="6060996" cy="1517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X, Y coordinates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month, day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temp, RH (relative humidity), wind, rain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Indices: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FFMC, DMC, DC, ISI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area (burned area in m²)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31915" y="6029851"/>
            <a:ext cx="6060996" cy="3036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31915" y="6224588"/>
            <a:ext cx="239029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Label Creation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31915" y="6669643"/>
            <a:ext cx="6060996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&gt; 0 → Fire Occurred (1)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= 0 → No Fire (0)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872" y="1492687"/>
            <a:ext cx="6060996" cy="6060996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872" y="1492687"/>
            <a:ext cx="6060996" cy="6060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7310" y="498038"/>
            <a:ext cx="5283279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 &amp; Workflow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353" y="1331238"/>
            <a:ext cx="10879693" cy="5762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47148" y="5449772"/>
            <a:ext cx="2824522" cy="353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190359" y="5898483"/>
            <a:ext cx="2881311" cy="47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CSV, handle missing values, encode month/day.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195051" y="2051752"/>
            <a:ext cx="2824522" cy="353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38261" y="2500463"/>
            <a:ext cx="2881311" cy="47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 feature vector and create binary label.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4312" y="2051752"/>
            <a:ext cx="2824522" cy="353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94312" y="2500463"/>
            <a:ext cx="2881312" cy="47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Train-test split and train Random Forest model.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610543" y="5449959"/>
            <a:ext cx="2824522" cy="353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10543" y="5898669"/>
            <a:ext cx="2881311" cy="47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accuracy, F1 and plot risk-zone scatter.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37310" y="7242691"/>
            <a:ext cx="11955780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follows a structured Spark workflow: raw data is ingested and cleaned, features are engineered into a vector format, the Random Forest model is trained on 70% of data, and predictions are evaluated and visualized on the held-out 30% test set.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01" y="999768"/>
            <a:ext cx="9024342" cy="59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 Learning Model: Random Forest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01" y="2120622"/>
            <a:ext cx="8007310" cy="48042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94996" y="1961912"/>
            <a:ext cx="2658666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Random Forest?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494996" y="2406372"/>
            <a:ext cx="4106704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ensemble method that builds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decision trees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random subsets of data and features, then aggregates their predictions via majority voting.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494996" y="3711197"/>
            <a:ext cx="4106704" cy="3036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494996" y="3905726"/>
            <a:ext cx="238875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Random Forest?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494996" y="4350187"/>
            <a:ext cx="4106704" cy="2828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both numerical and categorical features naturally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overfitting through ensemble averaging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to class imbalance in fire/no-fire data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feature importance for interpretability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Natively supported in Spark MLlib for distributed training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30436"/>
            <a:ext cx="9749195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Implementation: PySpark Code Flow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1526" y="180272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526" y="2151698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81526" y="232421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CSV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81526" y="2822377"/>
            <a:ext cx="6423779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spark.read.csv("forestfires.csv", header=True, inferSchema=True)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5095" y="180272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5095" y="2151698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7425095" y="2324219"/>
            <a:ext cx="3069669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 Missing Values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25095" y="2822377"/>
            <a:ext cx="6423779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or drop nulls using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na.fill()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na.drop()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1526" y="3933944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1526" y="4282916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526" y="4455438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 Categoricals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81526" y="4953595"/>
            <a:ext cx="6423779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StringIndexer on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5095" y="3933944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5095" y="4282916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425095" y="4455438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Create Label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5095" y="4953595"/>
            <a:ext cx="6423779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when(col("area") &gt; 0, 1).otherwise(0)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81526" y="570297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81526" y="6051947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81526" y="6224468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Assemble Features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81526" y="6722626"/>
            <a:ext cx="6423779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VectorAssembler combines all numeric features into a single vector column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5095" y="570297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5095" y="6051947"/>
            <a:ext cx="642377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5" name="Text 23"/>
          <p:cNvSpPr/>
          <p:nvPr/>
        </p:nvSpPr>
        <p:spPr>
          <a:xfrm>
            <a:off x="7425095" y="6224468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 &amp; Predict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25095" y="6722626"/>
            <a:ext cx="6423779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RandomForestClassifier, transform test data, extract predictions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0546" y="1101447"/>
            <a:ext cx="4706660" cy="55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Visualization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510546" y="1965365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Performance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10546" y="2366129"/>
            <a:ext cx="559939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reflect the challenge of class imbalance — most records represent no-fire conditions. F1 Score confirms balanced precision and recall on the minority (fire) class.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528084" y="1965365"/>
            <a:ext cx="2639735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Sample Prediction Output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28084" y="2381726"/>
            <a:ext cx="5599390" cy="2409825"/>
          </a:xfrm>
          <a:prstGeom prst="roundRect">
            <a:avLst>
              <a:gd name="adj" fmla="val 29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35704" y="2389346"/>
            <a:ext cx="5584150" cy="399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04058" y="2471738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03876" y="2471738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99884" y="2471738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95892" y="2471738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35704" y="2788444"/>
            <a:ext cx="5584150" cy="399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04058" y="2870835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03876" y="2870835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99884" y="2870835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95892" y="2870835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35704" y="3187541"/>
            <a:ext cx="5584150" cy="399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04058" y="3269933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3876" y="3269933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99884" y="3269933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95892" y="3269933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35704" y="3586639"/>
            <a:ext cx="5584150" cy="399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04058" y="3669030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03876" y="3669030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99884" y="3669030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95892" y="3669030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35704" y="3985736"/>
            <a:ext cx="5584150" cy="399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04058" y="4068128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03876" y="4068128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99884" y="4068128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95892" y="4068128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35704" y="4384834"/>
            <a:ext cx="5584150" cy="399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704058" y="4467225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03876" y="4467225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99884" y="4467225"/>
            <a:ext cx="105191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95892" y="4467225"/>
            <a:ext cx="1055727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510546" y="5072301"/>
            <a:ext cx="5742265" cy="936784"/>
          </a:xfrm>
          <a:prstGeom prst="roundRect">
            <a:avLst>
              <a:gd name="adj" fmla="val 754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86401" y="5248156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61.65%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686401" y="5598914"/>
            <a:ext cx="5390555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77589" y="5072301"/>
            <a:ext cx="5742265" cy="936784"/>
          </a:xfrm>
          <a:prstGeom prst="roundRect">
            <a:avLst>
              <a:gd name="adj" fmla="val 754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53444" y="5248156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62.04%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553444" y="5598914"/>
            <a:ext cx="5390555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510546" y="6196251"/>
            <a:ext cx="2603540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Spatial Risk Visualization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510546" y="6659404"/>
            <a:ext cx="11609308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scatter plot of X-Y coordinates color-coded by prediction: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no fire risk,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high fire risk — enabling geographic identification of vulnerable zones.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586"/>
            <a:ext cx="739378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 &amp; Future Scope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630436" y="1965007"/>
            <a:ext cx="6571417" cy="5383887"/>
          </a:xfrm>
          <a:prstGeom prst="roundRect">
            <a:avLst>
              <a:gd name="adj" fmla="val 3033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1918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57250" y="2790706"/>
            <a:ext cx="611778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tools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(PySpark) for scalable processing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prediction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conservation efforts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learning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for distributed ML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extendable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real-world deployment systems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1918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99521" y="2790706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accuracy due to class imbalance and limited features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Relies on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only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real-time inputs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4327241"/>
            <a:ext cx="6244709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99521" y="4618315"/>
            <a:ext cx="30158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99521" y="5217200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weather API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feeds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GIS dashboard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map overlays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 system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forest authorities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(LSTM, CNN) for temporal patterns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2026-04-09T13:42:06Z</dcterms:created>
  <dcterms:modified xsi:type="dcterms:W3CDTF">2026-04-09T13:42:06Z</dcterms:modified>
</cp:coreProperties>
</file>